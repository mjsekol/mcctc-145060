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it. Thursday night your laptop will not turn on. Your app needs a fix before Friday and a classmate offers to redeploy it. Meanwhile somebody opens your link and has never played a text adventure in their life. Neither person can text you a question. Everything they know comes from what you wrote down. That is what documentation is. You, answering questions before anybody asks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document has exactly one reader. The implementation plan is for whoever deploys and maintains the app, and that might be you in three months, which is basically a stranger. User help is for the person playing, who does not know what Python is and should never have to. Same project. Two readers. Two completely different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Which exact version is going out, and from which Git tag. Numbered steps, and every step tells the reader what they should see when it worked. A table of every setting, which is your data dictionary. A verification section with real commands and real expected output. And a contingency plan, which mostly means how to roll back to the version that worked yesterday. Ohio names all four document types, and you are writing all of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difference between check that it works and a step somebody can follow. Run this command, expect this output. Nothing to interpret. The second line is from after one page loaded, and it says not answering, because there is no model. On Render that is the correct result, and the plan says so in writing, so nobody panics about an outage that is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plan was written by somebody who knows the project well. It looks complete. Three steps, each one short. I am going to follow it exactly as written, the way a classmate would, starting with step one, open a terminal. Watch what happens at step two. Do not help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terminal does not open in the app's folder. The writer never noticed, because their terminal was already in the right place. That is one of the most common documentation failures. The missing step is always the one you do without thinking, and nobody writes down what they do automatically. The part before the colon is where Python lives on this machine, so yours will look a little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find this bug by rereading, because your brain fills the gap every time, the same way it did when you wrote it. The fix is a tester. Somebody else follows your plan while you sit on your hands. Each time you want to say oh, you have to, that is a missing step, and it goes in the plan. It is uncomfortable, and it works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help text was copied from the laptop version of the game, where it was true. The web version deliberately turns saving off. So the help page promised something the app will not do. The player believed it, lost their game, and now believes nothing else on that page. Deploying a program changes it, and the help has to describe the version people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fact. There is no model on Render. For the deployer, you name the log line and the health output, and you say plainly that it is expected, so nobody opens a lab machine to the internet trying to fix it. For the player, no log, no model, no Render. Descriptions here are written by hand. Same truth, and not one word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U8 two, parts one and two, and it is not practice. You write the implementation plan and the user help for your own final project, because those are due Thursday. Then you push, a partner clones your repository into a fresh folder and follows your plan exactly as written, and you sit on your hands. A fresh clone only has what you committed, which is exactly what Render gets. Build two is Gate 2, the last one this semester, and one of its defects only shows up the way Render runs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Readers: Implementation Plans and User Help</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laptop dies Thursday night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app is live and your demo is Friday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classmate has to redeploy it without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player opens your link knowing nothing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Neither of them can ask you anything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7164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document, one reader</a:t>
            </a:r>
            <a:endParaRPr lang="en-US" sz="3700" dirty="0"/>
          </a:p>
        </p:txBody>
      </p:sp>
      <p:sp>
        <p:nvSpPr>
          <p:cNvPr id="4" name="Shape 1"/>
          <p:cNvSpPr/>
          <p:nvPr/>
        </p:nvSpPr>
        <p:spPr>
          <a:xfrm>
            <a:off x="5233360" y="2436416"/>
            <a:ext cx="6296860" cy="1127224"/>
          </a:xfrm>
          <a:prstGeom prst="roundRect">
            <a:avLst>
              <a:gd name="adj" fmla="val 7043"/>
            </a:avLst>
          </a:prstGeom>
          <a:solidFill>
            <a:srgbClr val="D1E5FA"/>
          </a:solidFill>
          <a:ln w="19050">
            <a:solidFill>
              <a:srgbClr val="B7CBE0"/>
            </a:solidFill>
            <a:prstDash val="solid"/>
          </a:ln>
        </p:spPr>
      </p:sp>
      <p:sp>
        <p:nvSpPr>
          <p:cNvPr id="5" name="Text 2"/>
          <p:cNvSpPr/>
          <p:nvPr/>
        </p:nvSpPr>
        <p:spPr>
          <a:xfrm>
            <a:off x="5441417" y="264447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Implementation Plan</a:t>
            </a:r>
            <a:endParaRPr lang="en-US" sz="1850" dirty="0"/>
          </a:p>
        </p:txBody>
      </p:sp>
      <p:sp>
        <p:nvSpPr>
          <p:cNvPr id="6" name="Text 3"/>
          <p:cNvSpPr/>
          <p:nvPr/>
        </p:nvSpPr>
        <p:spPr>
          <a:xfrm>
            <a:off x="5441417" y="3053159"/>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person who deploys and maintains it</a:t>
            </a:r>
            <a:endParaRPr lang="en-US" sz="1450" dirty="0"/>
          </a:p>
        </p:txBody>
      </p:sp>
      <p:sp>
        <p:nvSpPr>
          <p:cNvPr id="7" name="Shape 4"/>
          <p:cNvSpPr/>
          <p:nvPr/>
        </p:nvSpPr>
        <p:spPr>
          <a:xfrm>
            <a:off x="5233360" y="3752652"/>
            <a:ext cx="6296860" cy="1127224"/>
          </a:xfrm>
          <a:prstGeom prst="roundRect">
            <a:avLst>
              <a:gd name="adj" fmla="val 7043"/>
            </a:avLst>
          </a:prstGeom>
          <a:solidFill>
            <a:srgbClr val="D1E5FA"/>
          </a:solidFill>
          <a:ln w="19050">
            <a:solidFill>
              <a:srgbClr val="B7CBE0"/>
            </a:solidFill>
            <a:prstDash val="solid"/>
          </a:ln>
        </p:spPr>
      </p:sp>
      <p:sp>
        <p:nvSpPr>
          <p:cNvPr id="8" name="Text 5"/>
          <p:cNvSpPr/>
          <p:nvPr/>
        </p:nvSpPr>
        <p:spPr>
          <a:xfrm>
            <a:off x="5441417" y="396071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User Help</a:t>
            </a:r>
            <a:endParaRPr lang="en-US" sz="1850" dirty="0"/>
          </a:p>
        </p:txBody>
      </p:sp>
      <p:sp>
        <p:nvSpPr>
          <p:cNvPr id="9" name="Text 6"/>
          <p:cNvSpPr/>
          <p:nvPr/>
        </p:nvSpPr>
        <p:spPr>
          <a:xfrm>
            <a:off x="5441417" y="4369395"/>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person who uses it</a:t>
            </a:r>
            <a:endParaRPr lang="en-US" sz="1450" dirty="0"/>
          </a:p>
        </p:txBody>
      </p:sp>
      <p:sp>
        <p:nvSpPr>
          <p:cNvPr id="10" name="Text 7"/>
          <p:cNvSpPr/>
          <p:nvPr/>
        </p:nvSpPr>
        <p:spPr>
          <a:xfrm>
            <a:off x="5233360" y="5092502"/>
            <a:ext cx="6296860"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Different questions, different words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for them, never for yourself</a:t>
            </a:r>
            <a:endParaRPr lang="en-US" sz="1450" dirty="0"/>
          </a:p>
        </p:txBody>
      </p:sp>
      <p:sp>
        <p:nvSpPr>
          <p:cNvPr id="11" name="Text 8"/>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implementation plan must answer</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236349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version, from which tag, to which URL</a:t>
            </a:r>
            <a:endParaRPr lang="en-US" sz="1850" dirty="0"/>
          </a:p>
        </p:txBody>
      </p:sp>
      <p:sp>
        <p:nvSpPr>
          <p:cNvPr id="6" name="Shape 4"/>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732365" y="316676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Numbered steps, each saying what success looks like</a:t>
            </a:r>
            <a:endParaRPr lang="en-US" sz="1850" dirty="0"/>
          </a:p>
        </p:txBody>
      </p:sp>
      <p:sp>
        <p:nvSpPr>
          <p:cNvPr id="9" name="Shape 7"/>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397004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Settings table: the data dictionary</a:t>
            </a:r>
            <a:endParaRPr lang="en-US" sz="1850" dirty="0"/>
          </a:p>
        </p:txBody>
      </p:sp>
      <p:sp>
        <p:nvSpPr>
          <p:cNvPr id="12" name="Shape 10"/>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732365" y="477331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to prove it worked, with real commands</a:t>
            </a:r>
            <a:endParaRPr lang="en-US" sz="1850" dirty="0"/>
          </a:p>
        </p:txBody>
      </p:sp>
      <p:sp>
        <p:nvSpPr>
          <p:cNvPr id="15" name="Shape 13"/>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6" name="Text 14"/>
          <p:cNvSpPr/>
          <p:nvPr/>
        </p:nvSpPr>
        <p:spPr>
          <a:xfrm>
            <a:off x="732365" y="557659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5</a:t>
            </a:r>
            <a:endParaRPr lang="en-US" sz="2200" dirty="0"/>
          </a:p>
        </p:txBody>
      </p:sp>
      <p:sp>
        <p:nvSpPr>
          <p:cNvPr id="17" name="Text 15"/>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to do if it breaks: the contingency plan</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verification step is a real command</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curl.exe -s http://127.0.0.1:10000/health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{"status": "ok", "version": "1.0.0", "narrator": "not asked yet"}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curl.exe -s http://127.0.0.1:10000/health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{"status": "ok", "version": "1.0.0", "narrator": "not answering"}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4528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plan written by someone who already knows</a:t>
            </a:r>
            <a:endParaRPr lang="en-US" sz="3700" dirty="0"/>
          </a:p>
        </p:txBody>
      </p:sp>
      <p:sp>
        <p:nvSpPr>
          <p:cNvPr id="3" name="Shape 1"/>
          <p:cNvSpPr/>
          <p:nvPr/>
        </p:nvSpPr>
        <p:spPr>
          <a:xfrm>
            <a:off x="661475" y="3504605"/>
            <a:ext cx="10868745" cy="1285280"/>
          </a:xfrm>
          <a:prstGeom prst="roundRect">
            <a:avLst>
              <a:gd name="adj" fmla="val 6177"/>
            </a:avLst>
          </a:prstGeom>
          <a:solidFill>
            <a:srgbClr val="F2F2F2"/>
          </a:solidFill>
          <a:ln/>
        </p:spPr>
      </p:sp>
      <p:sp>
        <p:nvSpPr>
          <p:cNvPr id="4" name="Text 2"/>
          <p:cNvSpPr/>
          <p:nvPr/>
        </p:nvSpPr>
        <p:spPr>
          <a:xfrm>
            <a:off x="888283" y="3693616"/>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 Open a terminal.</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Run python playlist_namer.py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Open http://127.0.0.1:8000 and type a mood.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the real error</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playlist_namer.py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C:\Python313\python.exe: can't open 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'C:\\Users\\...\\playlist_namer.py': [Errno 2] No such file or directory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is a tester, not more care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Hand your plan to someone else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Watch them follow it without helping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time you say "oh, you have to" write it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Rereading your own plan does not work</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User help makes promises too</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Help page:  Type save at any time to keep your progress.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&gt; save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Saving is turned off on the web version. Every visitor shares one server,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and it forgets everything when it restarts.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253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fact, two readers</a:t>
            </a:r>
            <a:endParaRPr lang="en-US" sz="3700" dirty="0"/>
          </a:p>
        </p:txBody>
      </p:sp>
      <p:sp>
        <p:nvSpPr>
          <p:cNvPr id="3" name="Shape 1"/>
          <p:cNvSpPr/>
          <p:nvPr/>
        </p:nvSpPr>
        <p:spPr>
          <a:xfrm>
            <a:off x="525350" y="3099495"/>
            <a:ext cx="5476043" cy="1410295"/>
          </a:xfrm>
          <a:prstGeom prst="roundRect">
            <a:avLst>
              <a:gd name="adj" fmla="val 9650"/>
            </a:avLst>
          </a:prstGeom>
          <a:solidFill>
            <a:srgbClr val="57A1EB"/>
          </a:solidFill>
          <a:ln/>
        </p:spPr>
      </p:sp>
      <p:sp>
        <p:nvSpPr>
          <p:cNvPr id="4" name="Text 2"/>
          <p:cNvSpPr/>
          <p:nvPr/>
        </p:nvSpPr>
        <p:spPr>
          <a:xfrm>
            <a:off x="714357" y="3288506"/>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Plan</a:t>
            </a:r>
            <a:endParaRPr lang="en-US" sz="1850" dirty="0"/>
          </a:p>
        </p:txBody>
      </p:sp>
      <p:sp>
        <p:nvSpPr>
          <p:cNvPr id="5" name="Text 3"/>
          <p:cNvSpPr/>
          <p:nvPr/>
        </p:nvSpPr>
        <p:spPr>
          <a:xfrm>
            <a:off x="714357" y="3772793"/>
            <a:ext cx="5098029"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Model requests fail, log says model failed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This is expected on Render, do not fix it</a:t>
            </a:r>
            <a:endParaRPr lang="en-US" sz="1450" dirty="0"/>
          </a:p>
        </p:txBody>
      </p:sp>
      <p:sp>
        <p:nvSpPr>
          <p:cNvPr id="6" name="Text 4"/>
          <p:cNvSpPr/>
          <p:nvPr/>
        </p:nvSpPr>
        <p:spPr>
          <a:xfrm>
            <a:off x="6332776" y="328850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Help</a:t>
            </a:r>
            <a:endParaRPr lang="en-US" sz="1850" dirty="0"/>
          </a:p>
        </p:txBody>
      </p:sp>
      <p:sp>
        <p:nvSpPr>
          <p:cNvPr id="7" name="Text 5"/>
          <p:cNvSpPr/>
          <p:nvPr/>
        </p:nvSpPr>
        <p:spPr>
          <a:xfrm>
            <a:off x="6332776" y="3772793"/>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Descriptions here are written by hand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game plays the same either way</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U8-02, your own project's plan and help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Push, then a partner clones and follows your plan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may not speak while they follow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Gate 2, the last one of the semester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2026-09-14T19:29:33Z</dcterms:created>
  <dcterms:modified xsi:type="dcterms:W3CDTF">2026-09-14T19:29:33Z</dcterms:modified>
</cp:coreProperties>
</file>