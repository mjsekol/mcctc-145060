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Orbitron Black"/>
      <p:regular r:id="rId201316"/>
    </p:embeddedFont>
    <p:embeddedFont>
      <p:font typeface="Roboto Condensed Black"/>
      <p:regular r:id="rId201317"/>
    </p:embeddedFont>
    <p:embeddedFont>
      <p:font typeface="Roboto Condensed Bold"/>
      <p:regular r:id="rId201318"/>
    </p:embeddedFont>
    <p:embeddedFont>
      <p:font typeface="Roboto Condense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your entire semester exists in one folder on one machine. If that machine dies tonight, everything you did this week is gone, and the version history you built yesterday goes with it. Today we fix that. And in the middle of fixing it, I am going to show you the one mistake this course can teach you that you genuinely cannot take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we had three boxes and I told you there was a fourth one coming. Here it is. A remote is a copy of your history living on another machine. Ours live on GitHub. Read that fourth bullet twice, because it costs people about two weeks. Push sends commits. If you edited a file and did not commit it, pushing sends nothing new, and you will stand there wondering why GitHub looks out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commands you run once, and one you run whenever you want to check. Origin is a nickname, not a keyword. It is what everybody calls their main remote and you could call it anything. The dash u means remember this pairing, so every push after today is git push with nothing after it. Somebody will ask what dash u does and that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 want you awake for. Push is not save. Push is publish. The moment you push, a copy exists somewhere you do not control, and depending on your settings, possibly a copy everyone can read. This happens to working professionals often enough that GitHub runs an automated service that scans public repositories for credentials and tells the companies that issued them. The agreement you and a parent signed says it in section 2. Credentials never go in a repository. In four minutes you will see why that rule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key is fake. I am typing it by hand and it opens nothing. But I am doing exactly what a student in a hurry does at eight fifty on a Thursday. I have a file with a credential in it and I am committing it without looking. Nothing is going to stop me. Git will not warn me.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realized the mistake. So I did the thing every single person does first: I added it to gitignore and committed. Status is clean. The filename is in the file. Every visible signal says handled. Now watch what happens when I edit that secrets file and check status. Git is still tracking it. The gitignore did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it is. Gitignore governs whether Git starts tracking something. Once a file is in the history, gitignore is talking about a decision that was already made. Say that back to me before we move on, because the next two minutes only make sense if this one landed. And notice the second half. Nothing turned red. Nothing said error. You have to know what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rm cached does work. It stops the tracking, and future changes are ignored. So I ask the only question that matters. Is the key gone. Look at the bottom of the screen. Commit 38cc1b2 still contains it. Anyone who clones this repository reads that key in about four seconds. And if I had pushed before I noticed, other people already have their own copy that nothing I type can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that list. Not one of those works, and those are the four things people try. The only action that resolves this is changing the secret. Revoke the key, get a new one, update everywhere that used it, and treat the old one as public from now on, because it is. Sit with how unsatisfying that is. Almost every mistake you make this year is undoable. This one is not, and that is exactly why the habit matters more than the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yesterday's ordering rule makes sense. Gitignore is commit number one, before there is anything to protect, because after is too late. And a warning about the command you are all going to find on the internet tonight. Git add dot stages everything in the folder. It is fast, it is convenient, and it is how most leaked credentials get staged. There is a safe way to use it. It needs a gitignore written first and a status read every time, and both of those are doing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Get your repository on GitHub and confirm your log matches. Write a README that names what the program is rather than what assignment it was, and includes the exact command that runs it. Then finish the lab, which completes SQ-01, and SQ-01 has to be done before anything else you turn in gets graded. At close you are reading somebody else's README and telling them one thing you could not figure out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Remotes, and the Mistake You Cannot Undo</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laptop is not a plan</a:t>
            </a:r>
            <a:endParaRPr lang="en-US" sz="3700" dirty="0"/>
          </a:p>
        </p:txBody>
      </p:sp>
      <p:sp>
        <p:nvSpPr>
          <p:cNvPr id="4" name="Text 1"/>
          <p:cNvSpPr/>
          <p:nvPr/>
        </p:nvSpPr>
        <p:spPr>
          <a:xfrm>
            <a:off x="5233360" y="3395960"/>
            <a:ext cx="6296860"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spilled drink and the repository is gone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cannot hand the project to anyone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cannot open it on another machine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 it gets a second home</a:t>
            </a:r>
            <a:endParaRPr lang="en-US" sz="1450" dirty="0"/>
          </a:p>
        </p:txBody>
      </p:sp>
      <p:sp>
        <p:nvSpPr>
          <p:cNvPr id="5" name="Text 2"/>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A remote is a fourth place</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sp>
        <p:nvSpPr>
          <p:cNvPr id="4" name="Text 1"/>
          <p:cNvSpPr/>
          <p:nvPr/>
        </p:nvSpPr>
        <p:spPr>
          <a:xfrm>
            <a:off x="6217487" y="3360043"/>
            <a:ext cx="5319083" cy="503039"/>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Working directory, staging area, repository</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Now: a copy of your history on GitHub</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git push sends commits to it</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Push sends commits, not your folder</a:t>
            </a:r>
            <a:endParaRPr lang="en-US" sz="700" dirty="0"/>
          </a:p>
        </p:txBody>
      </p:sp>
      <p:sp>
        <p:nvSpPr>
          <p:cNvPr id="5" name="Text 2"/>
          <p:cNvSpPr/>
          <p:nvPr/>
        </p:nvSpPr>
        <p:spPr>
          <a:xfrm>
            <a:off x="132255" y="6553200"/>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Connecting and pushing</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remote add origin https://github.com/aruiz/trip-budget.git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push -u origin main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remote -v</a:t>
            </a:r>
            <a:endParaRPr lang="en-US" sz="1450" dirty="0"/>
          </a:p>
        </p:txBody>
      </p:sp>
      <p:sp>
        <p:nvSpPr>
          <p:cNvPr id="5"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Pushing is publishing</a:t>
            </a:r>
            <a:endParaRPr lang="en-US" sz="3700" dirty="0"/>
          </a:p>
        </p:txBody>
      </p:sp>
      <p:sp>
        <p:nvSpPr>
          <p:cNvPr id="4" name="Text 1"/>
          <p:cNvSpPr/>
          <p:nvPr/>
        </p:nvSpPr>
        <p:spPr>
          <a:xfrm>
            <a:off x="5233360" y="3100685"/>
            <a:ext cx="6296860"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instant you push, you handed over a copy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cannot reach into someone else's clone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GitHub scans public repos for leaked credentials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signed lab agreement, section 2</a:t>
            </a:r>
            <a:endParaRPr lang="en-US" sz="1450" dirty="0"/>
          </a:p>
        </p:txBody>
      </p:sp>
      <p:sp>
        <p:nvSpPr>
          <p:cNvPr id="5" name="Text 2"/>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9452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me make the mistake</a:t>
            </a:r>
            <a:endParaRPr lang="en-US" sz="3700" dirty="0"/>
          </a:p>
        </p:txBody>
      </p:sp>
      <p:sp>
        <p:nvSpPr>
          <p:cNvPr id="3" name="Shape 1"/>
          <p:cNvSpPr/>
          <p:nvPr/>
        </p:nvSpPr>
        <p:spPr>
          <a:xfrm>
            <a:off x="661475" y="2913955"/>
            <a:ext cx="10868745" cy="680442"/>
          </a:xfrm>
          <a:prstGeom prst="roundRect">
            <a:avLst>
              <a:gd name="adj" fmla="val 11667"/>
            </a:avLst>
          </a:prstGeom>
          <a:solidFill>
            <a:srgbClr val="F2F2F2"/>
          </a:solidFill>
          <a:ln/>
        </p:spPr>
      </p:sp>
      <p:sp>
        <p:nvSpPr>
          <p:cNvPr id="4" name="Text 2"/>
          <p:cNvSpPr/>
          <p:nvPr/>
        </p:nvSpPr>
        <p:spPr>
          <a:xfrm>
            <a:off x="888283" y="310296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OPENAI_API_KEY=sk-not-a-real-key-1234567890</a:t>
            </a:r>
            <a:endParaRPr lang="en-US" sz="1450" dirty="0"/>
          </a:p>
        </p:txBody>
      </p:sp>
      <p:sp>
        <p:nvSpPr>
          <p:cNvPr id="5" name="Shape 3"/>
          <p:cNvSpPr/>
          <p:nvPr/>
        </p:nvSpPr>
        <p:spPr>
          <a:xfrm>
            <a:off x="661475" y="3807023"/>
            <a:ext cx="10868745" cy="982861"/>
          </a:xfrm>
          <a:prstGeom prst="roundRect">
            <a:avLst>
              <a:gd name="adj" fmla="val 8077"/>
            </a:avLst>
          </a:prstGeom>
          <a:solidFill>
            <a:srgbClr val="F2F2F2"/>
          </a:solidFill>
          <a:ln/>
        </p:spPr>
      </p:sp>
      <p:sp>
        <p:nvSpPr>
          <p:cNvPr id="6" name="Text 4"/>
          <p:cNvSpPr/>
          <p:nvPr/>
        </p:nvSpPr>
        <p:spPr>
          <a:xfrm>
            <a:off x="888283" y="3996035"/>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add secrets.txt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commit -m "Add settings file"</a:t>
            </a:r>
            <a:endParaRPr lang="en-US" sz="1450" dirty="0"/>
          </a:p>
        </p:txBody>
      </p:sp>
      <p:sp>
        <p:nvSpPr>
          <p:cNvPr id="7" name="Text 5"/>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916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I fix it the way everybody fixes it</a:t>
            </a:r>
            <a:endParaRPr lang="en-US" sz="3700" dirty="0"/>
          </a:p>
        </p:txBody>
      </p:sp>
      <p:sp>
        <p:nvSpPr>
          <p:cNvPr id="3" name="Shape 1"/>
          <p:cNvSpPr/>
          <p:nvPr/>
        </p:nvSpPr>
        <p:spPr>
          <a:xfrm>
            <a:off x="661475" y="2460327"/>
            <a:ext cx="10868745" cy="1285280"/>
          </a:xfrm>
          <a:prstGeom prst="roundRect">
            <a:avLst>
              <a:gd name="adj" fmla="val 6177"/>
            </a:avLst>
          </a:prstGeom>
          <a:solidFill>
            <a:srgbClr val="F2F2F2"/>
          </a:solidFill>
          <a:ln/>
        </p:spPr>
      </p:sp>
      <p:sp>
        <p:nvSpPr>
          <p:cNvPr id="4" name="Text 2"/>
          <p:cNvSpPr/>
          <p:nvPr/>
        </p:nvSpPr>
        <p:spPr>
          <a:xfrm>
            <a:off x="888283" y="2649339"/>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echo secrets.txt &gt; .gitignore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add .gitignore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commit -m "Add gitignore"</a:t>
            </a:r>
            <a:endParaRPr lang="en-US" sz="1450" dirty="0"/>
          </a:p>
        </p:txBody>
      </p:sp>
      <p:sp>
        <p:nvSpPr>
          <p:cNvPr id="5" name="Shape 3"/>
          <p:cNvSpPr/>
          <p:nvPr/>
        </p:nvSpPr>
        <p:spPr>
          <a:xfrm>
            <a:off x="661475" y="3958233"/>
            <a:ext cx="10868745" cy="1285280"/>
          </a:xfrm>
          <a:prstGeom prst="roundRect">
            <a:avLst>
              <a:gd name="adj" fmla="val 6177"/>
            </a:avLst>
          </a:prstGeom>
          <a:solidFill>
            <a:srgbClr val="F2F2F2"/>
          </a:solidFill>
          <a:ln/>
        </p:spPr>
      </p:sp>
      <p:sp>
        <p:nvSpPr>
          <p:cNvPr id="6" name="Text 4"/>
          <p:cNvSpPr/>
          <p:nvPr/>
        </p:nvSpPr>
        <p:spPr>
          <a:xfrm>
            <a:off x="888283" y="4147245"/>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On branch main</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Changes not staged for commit:</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modified:   secrets.txt</a:t>
            </a:r>
            <a:endParaRPr lang="en-US" sz="1450" dirty="0"/>
          </a:p>
        </p:txBody>
      </p:sp>
      <p:sp>
        <p:nvSpPr>
          <p:cNvPr id="7" name="Text 5"/>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rule nobody tells you first</a:t>
            </a:r>
            <a:endParaRPr lang="en-US" sz="3700" dirty="0"/>
          </a:p>
        </p:txBody>
      </p:sp>
      <p:sp>
        <p:nvSpPr>
          <p:cNvPr id="4" name="Text 1"/>
          <p:cNvSpPr/>
          <p:nvPr/>
        </p:nvSpPr>
        <p:spPr>
          <a:xfrm>
            <a:off x="5233360" y="3395960"/>
            <a:ext cx="6296860"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gitignore controls files Git is not yet tracking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has no effect on a file already tracked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Status looked clean. It was not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Absence of an error is not success</a:t>
            </a:r>
            <a:endParaRPr lang="en-US" sz="1450" dirty="0"/>
          </a:p>
        </p:txBody>
      </p:sp>
      <p:sp>
        <p:nvSpPr>
          <p:cNvPr id="5" name="Text 2"/>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6428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 stop tracking it. Did that work</a:t>
            </a:r>
            <a:endParaRPr lang="en-US" sz="3700" dirty="0"/>
          </a:p>
        </p:txBody>
      </p:sp>
      <p:sp>
        <p:nvSpPr>
          <p:cNvPr id="3" name="Shape 1"/>
          <p:cNvSpPr/>
          <p:nvPr/>
        </p:nvSpPr>
        <p:spPr>
          <a:xfrm>
            <a:off x="661475" y="2611537"/>
            <a:ext cx="10868745" cy="1285280"/>
          </a:xfrm>
          <a:prstGeom prst="roundRect">
            <a:avLst>
              <a:gd name="adj" fmla="val 6177"/>
            </a:avLst>
          </a:prstGeom>
          <a:solidFill>
            <a:srgbClr val="F2F2F2"/>
          </a:solidFill>
          <a:ln/>
        </p:spPr>
      </p:sp>
      <p:sp>
        <p:nvSpPr>
          <p:cNvPr id="4" name="Text 2"/>
          <p:cNvSpPr/>
          <p:nvPr/>
        </p:nvSpPr>
        <p:spPr>
          <a:xfrm>
            <a:off x="888283" y="2800548"/>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rm --cached secrets.txt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commit -m "Stop tracking the settings file"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log --oneline -- secrets.txt</a:t>
            </a:r>
            <a:endParaRPr lang="en-US" sz="1450" dirty="0"/>
          </a:p>
        </p:txBody>
      </p:sp>
      <p:sp>
        <p:nvSpPr>
          <p:cNvPr id="5" name="Shape 3"/>
          <p:cNvSpPr/>
          <p:nvPr/>
        </p:nvSpPr>
        <p:spPr>
          <a:xfrm>
            <a:off x="661475" y="4109442"/>
            <a:ext cx="10868745" cy="982861"/>
          </a:xfrm>
          <a:prstGeom prst="roundRect">
            <a:avLst>
              <a:gd name="adj" fmla="val 8077"/>
            </a:avLst>
          </a:prstGeom>
          <a:solidFill>
            <a:srgbClr val="F2F2F2"/>
          </a:solidFill>
          <a:ln/>
        </p:spPr>
      </p:sp>
      <p:sp>
        <p:nvSpPr>
          <p:cNvPr id="6" name="Text 4"/>
          <p:cNvSpPr/>
          <p:nvPr/>
        </p:nvSpPr>
        <p:spPr>
          <a:xfrm>
            <a:off x="888283" y="4298454"/>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b151592 Stop tracking the settings file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38cc1b2 Add settings file</a:t>
            </a:r>
            <a:endParaRPr lang="en-US" sz="1450" dirty="0"/>
          </a:p>
        </p:txBody>
      </p:sp>
      <p:sp>
        <p:nvSpPr>
          <p:cNvPr id="7" name="Text 5"/>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6488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Nothing on this list fixes it</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17490"/>
            <a:ext cx="5339820" cy="1139924"/>
          </a:xfrm>
          <a:prstGeom prst="rect">
            <a:avLst/>
          </a:prstGeom>
        </p:spPr>
      </p:pic>
      <p:sp>
        <p:nvSpPr>
          <p:cNvPr id="4" name="Text 1"/>
          <p:cNvSpPr/>
          <p:nvPr/>
        </p:nvSpPr>
        <p:spPr>
          <a:xfrm>
            <a:off x="977479" y="2831902"/>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gitignore</a:t>
            </a:r>
            <a:endParaRPr lang="en-US" sz="1850" dirty="0"/>
          </a:p>
        </p:txBody>
      </p:sp>
      <p:sp>
        <p:nvSpPr>
          <p:cNvPr id="5" name="Text 2"/>
          <p:cNvSpPr/>
          <p:nvPr/>
        </p:nvSpPr>
        <p:spPr>
          <a:xfrm>
            <a:off x="977479" y="3240584"/>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Nothing, the file was already tracked</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617490"/>
            <a:ext cx="5339919" cy="1139924"/>
          </a:xfrm>
          <a:prstGeom prst="rect">
            <a:avLst/>
          </a:prstGeom>
        </p:spPr>
      </p:pic>
      <p:sp>
        <p:nvSpPr>
          <p:cNvPr id="7" name="Text 3"/>
          <p:cNvSpPr/>
          <p:nvPr/>
        </p:nvSpPr>
        <p:spPr>
          <a:xfrm>
            <a:off x="6506305" y="2831902"/>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Delete and commit</a:t>
            </a:r>
            <a:endParaRPr lang="en-US" sz="1850" dirty="0"/>
          </a:p>
        </p:txBody>
      </p:sp>
      <p:sp>
        <p:nvSpPr>
          <p:cNvPr id="8" name="Text 4"/>
          <p:cNvSpPr/>
          <p:nvPr/>
        </p:nvSpPr>
        <p:spPr>
          <a:xfrm>
            <a:off x="6506305" y="3240584"/>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Old commit still has it</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139924"/>
          </a:xfrm>
          <a:prstGeom prst="rect">
            <a:avLst/>
          </a:prstGeom>
        </p:spPr>
      </p:pic>
      <p:sp>
        <p:nvSpPr>
          <p:cNvPr id="10" name="Text 5"/>
          <p:cNvSpPr/>
          <p:nvPr/>
        </p:nvSpPr>
        <p:spPr>
          <a:xfrm>
            <a:off x="977479" y="4160838"/>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rm cached</a:t>
            </a:r>
            <a:endParaRPr lang="en-US" sz="1850" dirty="0"/>
          </a:p>
        </p:txBody>
      </p:sp>
      <p:sp>
        <p:nvSpPr>
          <p:cNvPr id="11" name="Text 6"/>
          <p:cNvSpPr/>
          <p:nvPr/>
        </p:nvSpPr>
        <p:spPr>
          <a:xfrm>
            <a:off x="977479" y="4569520"/>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Old commit still has it</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139924"/>
          </a:xfrm>
          <a:prstGeom prst="rect">
            <a:avLst/>
          </a:prstGeom>
        </p:spPr>
      </p:pic>
      <p:sp>
        <p:nvSpPr>
          <p:cNvPr id="13" name="Text 7"/>
          <p:cNvSpPr/>
          <p:nvPr/>
        </p:nvSpPr>
        <p:spPr>
          <a:xfrm>
            <a:off x="6506305" y="4160838"/>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Make it private</a:t>
            </a:r>
            <a:endParaRPr lang="en-US" sz="1850" dirty="0"/>
          </a:p>
        </p:txBody>
      </p:sp>
      <p:sp>
        <p:nvSpPr>
          <p:cNvPr id="14" name="Text 8"/>
          <p:cNvSpPr/>
          <p:nvPr/>
        </p:nvSpPr>
        <p:spPr>
          <a:xfrm>
            <a:off x="6506305" y="4569520"/>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Existing clones still have it</a:t>
            </a:r>
            <a:endParaRPr lang="en-US" sz="1450" dirty="0"/>
          </a:p>
        </p:txBody>
      </p:sp>
      <p:sp>
        <p:nvSpPr>
          <p:cNvPr id="15" name="Text 9"/>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Which is why gitignore comes first</a:t>
            </a:r>
            <a:endParaRPr lang="en-US" sz="3700" dirty="0"/>
          </a:p>
        </p:txBody>
      </p:sp>
      <p:sp>
        <p:nvSpPr>
          <p:cNvPr id="4" name="Text 1"/>
          <p:cNvSpPr/>
          <p:nvPr/>
        </p:nvSpPr>
        <p:spPr>
          <a:xfrm>
            <a:off x="5233360" y="3395960"/>
            <a:ext cx="6296860"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gitignore before the first commit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after the mistake. Before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git add dot is fast, and stages everything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includes what you did not mean to add</a:t>
            </a:r>
            <a:endParaRPr lang="en-US" sz="1450" dirty="0"/>
          </a:p>
        </p:txBody>
      </p:sp>
      <p:sp>
        <p:nvSpPr>
          <p:cNvPr id="5" name="Text 2"/>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61538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879923"/>
            <a:ext cx="5339820" cy="25400"/>
          </a:xfrm>
          <a:prstGeom prst="rect">
            <a:avLst/>
          </a:prstGeom>
          <a:solidFill>
            <a:srgbClr val="57A1EB"/>
          </a:solidFill>
          <a:ln/>
        </p:spPr>
      </p:sp>
      <p:sp>
        <p:nvSpPr>
          <p:cNvPr id="5" name="Text 3"/>
          <p:cNvSpPr/>
          <p:nvPr/>
        </p:nvSpPr>
        <p:spPr>
          <a:xfrm>
            <a:off x="661475" y="3025180"/>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Create the GitHub repo, connect it, push</a:t>
            </a:r>
            <a:endParaRPr lang="en-US" sz="1850" dirty="0"/>
          </a:p>
        </p:txBody>
      </p:sp>
      <p:sp>
        <p:nvSpPr>
          <p:cNvPr id="6" name="Text 4"/>
          <p:cNvSpPr/>
          <p:nvPr/>
        </p:nvSpPr>
        <p:spPr>
          <a:xfrm>
            <a:off x="6190301"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6190301" y="2879923"/>
            <a:ext cx="5339919" cy="25400"/>
          </a:xfrm>
          <a:prstGeom prst="rect">
            <a:avLst/>
          </a:prstGeom>
          <a:solidFill>
            <a:srgbClr val="57A1EB"/>
          </a:solidFill>
          <a:ln/>
        </p:spPr>
      </p:sp>
      <p:sp>
        <p:nvSpPr>
          <p:cNvPr id="8" name="Text 6"/>
          <p:cNvSpPr/>
          <p:nvPr/>
        </p:nvSpPr>
        <p:spPr>
          <a:xfrm>
            <a:off x="6190301" y="3025180"/>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a README a stranger can actually use</a:t>
            </a:r>
            <a:endParaRPr lang="en-US" sz="1850" dirty="0"/>
          </a:p>
        </p:txBody>
      </p:sp>
      <p:sp>
        <p:nvSpPr>
          <p:cNvPr id="9" name="Text 7"/>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661475" y="4242296"/>
            <a:ext cx="5339820" cy="25400"/>
          </a:xfrm>
          <a:prstGeom prst="rect">
            <a:avLst/>
          </a:prstGeom>
          <a:solidFill>
            <a:srgbClr val="57A1EB"/>
          </a:solidFill>
          <a:ln/>
        </p:spPr>
      </p:sp>
      <p:sp>
        <p:nvSpPr>
          <p:cNvPr id="11" name="Text 9"/>
          <p:cNvSpPr/>
          <p:nvPr/>
        </p:nvSpPr>
        <p:spPr>
          <a:xfrm>
            <a:off x="661475" y="4387552"/>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Finish lab U0-01, steps seven through twelve</a:t>
            </a:r>
            <a:endParaRPr lang="en-US" sz="1850" dirty="0"/>
          </a:p>
        </p:txBody>
      </p:sp>
      <p:sp>
        <p:nvSpPr>
          <p:cNvPr id="12" name="Text 10"/>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190301" y="4242296"/>
            <a:ext cx="5339919" cy="25400"/>
          </a:xfrm>
          <a:prstGeom prst="rect">
            <a:avLst/>
          </a:prstGeom>
          <a:solidFill>
            <a:srgbClr val="57A1EB"/>
          </a:solidFill>
          <a:ln/>
        </p:spPr>
      </p:sp>
      <p:sp>
        <p:nvSpPr>
          <p:cNvPr id="14" name="Text 12"/>
          <p:cNvSpPr/>
          <p:nvPr/>
        </p:nvSpPr>
        <p:spPr>
          <a:xfrm>
            <a:off x="6190301" y="4387552"/>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in your repo contains a key or password</a:t>
            </a:r>
            <a:endParaRPr lang="en-US" sz="1850" dirty="0"/>
          </a:p>
        </p:txBody>
      </p:sp>
      <p:sp>
        <p:nvSpPr>
          <p:cNvPr id="15" name="Text 1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2026-09-01T15:35:35Z</dcterms:created>
  <dcterms:modified xsi:type="dcterms:W3CDTF">2026-09-01T15:35:35Z</dcterms:modified>
</cp:coreProperties>
</file>