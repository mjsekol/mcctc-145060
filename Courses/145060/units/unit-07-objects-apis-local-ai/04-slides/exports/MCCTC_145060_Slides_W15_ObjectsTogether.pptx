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built one Gear. A real club has a cabinet full of them, and something has to hold them all, find the right one by its tag, and coordinate. That something is another class, the GearLocker. Today objects start holding other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attribute does not have to be a number or a string. It can be another object, or a dictionary full of them. The holder's job is to find the right object and let it do the work. This is called delegation, and it keeps each object minding its own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locker keeps a dictionary of gear, keyed by tag. Its check_out does two things only. Find the gear, and if it exists, ask the gear to check itself out. The locker does not repeat the already-loaned rule. The gear holds that. The locker delegates.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call finds CTRL-01 and asks it to check itself out. Second call asks for a tag that does not exist, so the locker returns a clear message instead of crashing. Two layers, each doing its own small job. The locker finds, the gear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holder can walk its whole collection and ask each object a question. Which gear is ready. The loop lives on the holder, but the state lives on each object. The holder never needs to know how a gear decides it is ready. It only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anchor project, v4 slash game.py. Game holds a dictionary of Room objects and one Player. When you type a command, Game finds the current room and asks it to describe itself, asks the player to walk. It is the gear locker pattern at project size. Your lab rehearses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slip. The method is check_out with an underscore, and I typed checkout. Watch the error. Python is going to compare my name against the ones that exist and offer a suggestion, the same helpfulness we saw with NameError back in Unit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compared checkout against the methods that exist on Gear and suggested check_out. Read it, do not paste it blindly. It only checks spelling, so it is right often but not always. It is a spelling suggestion, not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could keep everything in one huge function with a pile of dictionaries, the way version 3 did. It works until it does not. When each object minds its own state, a bug is usually inside one small object. You can test one gear on its own. That is why the adventure grew into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writing GearLocker and build_locker and passing the Part 3 tests. Build two opens the anchor project and asks you to match one Gear method to one Room or Player method that does the same kind of job. That match is your ticket into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2.png"/><Relationship Id="rId7" Type="http://schemas.openxmlformats.org/officeDocument/2006/relationships/image" Target="../media/image-10-3.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Objects Working Together</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gear is not a program</a:t>
            </a:r>
            <a:endParaRPr lang="en-US" sz="3700" dirty="0"/>
          </a:p>
        </p:txBody>
      </p:sp>
      <p:sp>
        <p:nvSpPr>
          <p:cNvPr id="4" name="Shape 1"/>
          <p:cNvSpPr/>
          <p:nvPr/>
        </p:nvSpPr>
        <p:spPr>
          <a:xfrm>
            <a:off x="5233360"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built the Gear class</a:t>
            </a:r>
            <a:endParaRPr lang="en-US" sz="1850" dirty="0"/>
          </a:p>
        </p:txBody>
      </p:sp>
      <p:sp>
        <p:nvSpPr>
          <p:cNvPr id="6" name="Shape 3"/>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real club has a cabinet full</a:t>
            </a:r>
            <a:endParaRPr lang="en-US" sz="1850" dirty="0"/>
          </a:p>
        </p:txBody>
      </p:sp>
      <p:sp>
        <p:nvSpPr>
          <p:cNvPr id="8" name="Shape 5"/>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Something has to hold them all</a:t>
            </a:r>
            <a:endParaRPr lang="en-US" sz="1850" dirty="0"/>
          </a:p>
        </p:txBody>
      </p:sp>
      <p:sp>
        <p:nvSpPr>
          <p:cNvPr id="10" name="Shape 7"/>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find the right one on request</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9876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holder that delegates</a:t>
            </a:r>
            <a:endParaRPr lang="en-US" sz="3700" dirty="0"/>
          </a:p>
        </p:txBody>
      </p:sp>
      <p:sp>
        <p:nvSpPr>
          <p:cNvPr id="4" name="Shape 1"/>
          <p:cNvSpPr/>
          <p:nvPr/>
        </p:nvSpPr>
        <p:spPr>
          <a:xfrm>
            <a:off x="5233360" y="2072878"/>
            <a:ext cx="6296860" cy="724098"/>
          </a:xfrm>
          <a:prstGeom prst="roundRect">
            <a:avLst>
              <a:gd name="adj" fmla="val 10964"/>
            </a:avLst>
          </a:prstGeom>
          <a:solidFill>
            <a:srgbClr val="FFFFFF"/>
          </a:solidFill>
          <a:ln w="25399">
            <a:solidFill>
              <a:srgbClr val="B7CBE0"/>
            </a:solidFill>
            <a:prstDash val="solid"/>
          </a:ln>
        </p:spPr>
      </p:sp>
      <p:sp>
        <p:nvSpPr>
          <p:cNvPr id="5" name="Text 2"/>
          <p:cNvSpPr/>
          <p:nvPr/>
        </p:nvSpPr>
        <p:spPr>
          <a:xfrm>
            <a:off x="5447767" y="2287290"/>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 attribute can be another object</a:t>
            </a:r>
            <a:endParaRPr lang="en-US" sz="1850" dirty="0"/>
          </a:p>
        </p:txBody>
      </p:sp>
      <p:sp>
        <p:nvSpPr>
          <p:cNvPr id="6" name="Shape 3"/>
          <p:cNvSpPr/>
          <p:nvPr/>
        </p:nvSpPr>
        <p:spPr>
          <a:xfrm>
            <a:off x="5233360" y="2985988"/>
            <a:ext cx="6296860" cy="724098"/>
          </a:xfrm>
          <a:prstGeom prst="roundRect">
            <a:avLst>
              <a:gd name="adj" fmla="val 10964"/>
            </a:avLst>
          </a:prstGeom>
          <a:solidFill>
            <a:srgbClr val="FFFFFF"/>
          </a:solidFill>
          <a:ln w="25399">
            <a:solidFill>
              <a:srgbClr val="B7CBE0"/>
            </a:solidFill>
            <a:prstDash val="solid"/>
          </a:ln>
        </p:spPr>
      </p:sp>
      <p:sp>
        <p:nvSpPr>
          <p:cNvPr id="7" name="Text 4"/>
          <p:cNvSpPr/>
          <p:nvPr/>
        </p:nvSpPr>
        <p:spPr>
          <a:xfrm>
            <a:off x="5447767" y="3200400"/>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Or a whole collection of them</a:t>
            </a:r>
            <a:endParaRPr lang="en-US" sz="1850" dirty="0"/>
          </a:p>
        </p:txBody>
      </p:sp>
      <p:sp>
        <p:nvSpPr>
          <p:cNvPr id="8" name="Shape 5"/>
          <p:cNvSpPr/>
          <p:nvPr/>
        </p:nvSpPr>
        <p:spPr>
          <a:xfrm>
            <a:off x="5233360" y="3899098"/>
            <a:ext cx="6296860" cy="724098"/>
          </a:xfrm>
          <a:prstGeom prst="roundRect">
            <a:avLst>
              <a:gd name="adj" fmla="val 10964"/>
            </a:avLst>
          </a:prstGeom>
          <a:solidFill>
            <a:srgbClr val="FFFFFF"/>
          </a:solidFill>
          <a:ln w="25399">
            <a:solidFill>
              <a:srgbClr val="B7CBE0"/>
            </a:solidFill>
            <a:prstDash val="solid"/>
          </a:ln>
        </p:spPr>
      </p:sp>
      <p:sp>
        <p:nvSpPr>
          <p:cNvPr id="9" name="Text 6"/>
          <p:cNvSpPr/>
          <p:nvPr/>
        </p:nvSpPr>
        <p:spPr>
          <a:xfrm>
            <a:off x="5447767" y="4113510"/>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holder finds the right one</a:t>
            </a:r>
            <a:endParaRPr lang="en-US" sz="1850" dirty="0"/>
          </a:p>
        </p:txBody>
      </p:sp>
      <p:sp>
        <p:nvSpPr>
          <p:cNvPr id="10" name="Shape 7"/>
          <p:cNvSpPr/>
          <p:nvPr/>
        </p:nvSpPr>
        <p:spPr>
          <a:xfrm>
            <a:off x="5233360" y="4812209"/>
            <a:ext cx="6296860" cy="724098"/>
          </a:xfrm>
          <a:prstGeom prst="roundRect">
            <a:avLst>
              <a:gd name="adj" fmla="val 10964"/>
            </a:avLst>
          </a:prstGeom>
          <a:solidFill>
            <a:srgbClr val="FFFFFF"/>
          </a:solidFill>
          <a:ln w="25399">
            <a:solidFill>
              <a:srgbClr val="B7CBE0"/>
            </a:solidFill>
            <a:prstDash val="solid"/>
          </a:ln>
        </p:spPr>
      </p:sp>
      <p:sp>
        <p:nvSpPr>
          <p:cNvPr id="11" name="Text 8"/>
          <p:cNvSpPr/>
          <p:nvPr/>
        </p:nvSpPr>
        <p:spPr>
          <a:xfrm>
            <a:off x="5447767" y="5026620"/>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asks it to do its own job</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locker holds and finds</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class GearLocker: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__init__(self):</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self.items =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add(self, gear):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self.items[gear.tag] = gear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def check_out(self, tag, borrower):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gear = self.items.get(tag)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gear is None: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f"No gear has the tag '{tag}'."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gear.check_out(borrower)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2405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locker in action</a:t>
            </a:r>
            <a:endParaRPr lang="en-US" sz="3700" dirty="0"/>
          </a:p>
        </p:txBody>
      </p:sp>
      <p:sp>
        <p:nvSpPr>
          <p:cNvPr id="3" name="Shape 1"/>
          <p:cNvSpPr/>
          <p:nvPr/>
        </p:nvSpPr>
        <p:spPr>
          <a:xfrm>
            <a:off x="661475" y="3010793"/>
            <a:ext cx="5203794" cy="1587698"/>
          </a:xfrm>
          <a:prstGeom prst="roundRect">
            <a:avLst>
              <a:gd name="adj" fmla="val 5000"/>
            </a:avLst>
          </a:prstGeom>
          <a:solidFill>
            <a:srgbClr val="F2F2F2"/>
          </a:solidFill>
          <a:ln/>
        </p:spPr>
      </p:sp>
      <p:sp>
        <p:nvSpPr>
          <p:cNvPr id="4" name="Text 2"/>
          <p:cNvSpPr/>
          <p:nvPr/>
        </p:nvSpPr>
        <p:spPr>
          <a:xfrm>
            <a:off x="888283" y="3199805"/>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locker = GearLocker()</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locker.add(Gear("CTRL-01"))</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print(locker.check_out("CTRL-01", "NovaFox"))</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print(locker.check_out("CTRL-99", "NovaFox"))</a:t>
            </a:r>
            <a:endParaRPr lang="en-US" sz="1450" dirty="0"/>
          </a:p>
        </p:txBody>
      </p:sp>
      <p:sp>
        <p:nvSpPr>
          <p:cNvPr id="5" name="Text 3"/>
          <p:cNvSpPr/>
          <p:nvPr/>
        </p:nvSpPr>
        <p:spPr>
          <a:xfrm>
            <a:off x="6332776" y="2987179"/>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What happens here</a:t>
            </a:r>
            <a:endParaRPr lang="en-US" sz="1850" dirty="0"/>
          </a:p>
        </p:txBody>
      </p:sp>
      <p:sp>
        <p:nvSpPr>
          <p:cNvPr id="6" name="Text 4"/>
          <p:cNvSpPr/>
          <p:nvPr/>
        </p:nvSpPr>
        <p:spPr>
          <a:xfrm>
            <a:off x="6332776" y="3471466"/>
            <a:ext cx="5203794"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new locker is created, a gear is added by tag, and two lookups are attempted. The second lookup uses a tag that does not exist, triggering the fallback message.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233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Asking every object a question</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392958"/>
            <a:ext cx="283461" cy="283468"/>
          </a:xfrm>
          <a:prstGeom prst="rect">
            <a:avLst/>
          </a:prstGeom>
        </p:spPr>
      </p:pic>
      <p:sp>
        <p:nvSpPr>
          <p:cNvPr id="5" name="Text 1"/>
          <p:cNvSpPr/>
          <p:nvPr/>
        </p:nvSpPr>
        <p:spPr>
          <a:xfrm>
            <a:off x="5847608" y="238710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Loop over your own collection</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343870"/>
            <a:ext cx="283461" cy="283468"/>
          </a:xfrm>
          <a:prstGeom prst="rect">
            <a:avLst/>
          </a:prstGeom>
        </p:spPr>
      </p:pic>
      <p:sp>
        <p:nvSpPr>
          <p:cNvPr id="7" name="Text 2"/>
          <p:cNvSpPr/>
          <p:nvPr/>
        </p:nvSpPr>
        <p:spPr>
          <a:xfrm>
            <a:off x="5847608" y="333801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Ask each object about itself</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294783"/>
            <a:ext cx="283461" cy="283468"/>
          </a:xfrm>
          <a:prstGeom prst="rect">
            <a:avLst/>
          </a:prstGeom>
        </p:spPr>
      </p:pic>
      <p:sp>
        <p:nvSpPr>
          <p:cNvPr id="9" name="Text 3"/>
          <p:cNvSpPr/>
          <p:nvPr/>
        </p:nvSpPr>
        <p:spPr>
          <a:xfrm>
            <a:off x="5847608" y="428892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Collect the answers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245695"/>
            <a:ext cx="283461" cy="283468"/>
          </a:xfrm>
          <a:prstGeom prst="rect">
            <a:avLst/>
          </a:prstGeom>
        </p:spPr>
      </p:pic>
      <p:sp>
        <p:nvSpPr>
          <p:cNvPr id="11" name="Text 4"/>
          <p:cNvSpPr/>
          <p:nvPr/>
        </p:nvSpPr>
        <p:spPr>
          <a:xfrm>
            <a:off x="5847608" y="523984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loop is on the holder</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This is the text adventure</a:t>
            </a:r>
            <a:endParaRPr lang="en-US" sz="3700" dirty="0"/>
          </a:p>
        </p:txBody>
      </p:sp>
      <p:sp>
        <p:nvSpPr>
          <p:cNvPr id="4" name="Shape 1"/>
          <p:cNvSpPr/>
          <p:nvPr/>
        </p:nvSpPr>
        <p:spPr>
          <a:xfrm>
            <a:off x="661475"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Game holds Rooms and a Player</a:t>
            </a:r>
            <a:endParaRPr lang="en-US" sz="1850" dirty="0"/>
          </a:p>
        </p:txBody>
      </p:sp>
      <p:sp>
        <p:nvSpPr>
          <p:cNvPr id="6" name="Shape 3"/>
          <p:cNvSpPr/>
          <p:nvPr/>
        </p:nvSpPr>
        <p:spPr>
          <a:xfrm>
            <a:off x="661475"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type a command</a:t>
            </a:r>
            <a:endParaRPr lang="en-US" sz="1850" dirty="0"/>
          </a:p>
        </p:txBody>
      </p:sp>
      <p:sp>
        <p:nvSpPr>
          <p:cNvPr id="8" name="Shape 5"/>
          <p:cNvSpPr/>
          <p:nvPr/>
        </p:nvSpPr>
        <p:spPr>
          <a:xfrm>
            <a:off x="661475"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Game finds the room, asks it to describe</a:t>
            </a:r>
            <a:endParaRPr lang="en-US" sz="1850" dirty="0"/>
          </a:p>
        </p:txBody>
      </p:sp>
      <p:sp>
        <p:nvSpPr>
          <p:cNvPr id="10" name="Shape 7"/>
          <p:cNvSpPr/>
          <p:nvPr/>
        </p:nvSpPr>
        <p:spPr>
          <a:xfrm>
            <a:off x="661475"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gear locker is the same shape</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0430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typo in a held method</a:t>
            </a:r>
            <a:endParaRPr lang="en-US" sz="3700" dirty="0"/>
          </a:p>
        </p:txBody>
      </p:sp>
      <p:sp>
        <p:nvSpPr>
          <p:cNvPr id="3" name="Shape 1"/>
          <p:cNvSpPr/>
          <p:nvPr/>
        </p:nvSpPr>
        <p:spPr>
          <a:xfrm>
            <a:off x="661475" y="2872978"/>
            <a:ext cx="10868745" cy="982861"/>
          </a:xfrm>
          <a:prstGeom prst="roundRect">
            <a:avLst>
              <a:gd name="adj" fmla="val 8077"/>
            </a:avLst>
          </a:prstGeom>
          <a:solidFill>
            <a:srgbClr val="F2F2F2"/>
          </a:solidFill>
          <a:ln/>
        </p:spPr>
      </p:sp>
      <p:sp>
        <p:nvSpPr>
          <p:cNvPr id="4" name="Text 2"/>
          <p:cNvSpPr/>
          <p:nvPr/>
        </p:nvSpPr>
        <p:spPr>
          <a:xfrm>
            <a:off x="888283" y="3061990"/>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gear = locker.items["CTRL-01"]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print(gear.checkout("NovaFox"))     # method is check_out</a:t>
            </a:r>
            <a:endParaRPr lang="en-US" sz="1450" dirty="0"/>
          </a:p>
        </p:txBody>
      </p:sp>
      <p:sp>
        <p:nvSpPr>
          <p:cNvPr id="5" name="Shape 3"/>
          <p:cNvSpPr/>
          <p:nvPr/>
        </p:nvSpPr>
        <p:spPr>
          <a:xfrm>
            <a:off x="661475" y="4068465"/>
            <a:ext cx="10868745" cy="762298"/>
          </a:xfrm>
          <a:prstGeom prst="roundRect">
            <a:avLst>
              <a:gd name="adj" fmla="val 10414"/>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50482" y="4336157"/>
            <a:ext cx="236234" cy="189012"/>
          </a:xfrm>
          <a:prstGeom prst="rect">
            <a:avLst/>
          </a:prstGeom>
        </p:spPr>
      </p:pic>
      <p:sp>
        <p:nvSpPr>
          <p:cNvPr id="7" name="Text 4"/>
          <p:cNvSpPr/>
          <p:nvPr/>
        </p:nvSpPr>
        <p:spPr>
          <a:xfrm>
            <a:off x="1275723" y="4304705"/>
            <a:ext cx="10675075" cy="30876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method name is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check_out</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not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checkout</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One underscore makes all the difference.</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56140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Did you mean check_out</a:t>
            </a:r>
            <a:endParaRPr lang="en-US" sz="3700" dirty="0"/>
          </a:p>
        </p:txBody>
      </p:sp>
      <p:sp>
        <p:nvSpPr>
          <p:cNvPr id="3" name="Shape 1"/>
          <p:cNvSpPr/>
          <p:nvPr/>
        </p:nvSpPr>
        <p:spPr>
          <a:xfrm>
            <a:off x="661475" y="2530078"/>
            <a:ext cx="10868745" cy="680442"/>
          </a:xfrm>
          <a:prstGeom prst="roundRect">
            <a:avLst>
              <a:gd name="adj" fmla="val 11667"/>
            </a:avLst>
          </a:prstGeom>
          <a:solidFill>
            <a:srgbClr val="F2F2F2"/>
          </a:solidFill>
          <a:ln/>
        </p:spPr>
      </p:sp>
      <p:sp>
        <p:nvSpPr>
          <p:cNvPr id="4" name="Text 2"/>
          <p:cNvSpPr/>
          <p:nvPr/>
        </p:nvSpPr>
        <p:spPr>
          <a:xfrm>
            <a:off x="888283" y="2719090"/>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AttributeError: 'Gear' object has no attribute 'checkout'. Did you mean: 'check_out'?</a:t>
            </a:r>
            <a:endParaRPr lang="en-US" sz="1450" dirty="0"/>
          </a:p>
        </p:txBody>
      </p:sp>
      <p:sp>
        <p:nvSpPr>
          <p:cNvPr id="5" name="Text 3"/>
          <p:cNvSpPr/>
          <p:nvPr/>
        </p:nvSpPr>
        <p:spPr>
          <a:xfrm>
            <a:off x="661475" y="3612158"/>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What Python is telling you</a:t>
            </a:r>
            <a:endParaRPr lang="en-US" sz="1850" dirty="0"/>
          </a:p>
        </p:txBody>
      </p:sp>
      <p:sp>
        <p:nvSpPr>
          <p:cNvPr id="6" name="Text 4"/>
          <p:cNvSpPr/>
          <p:nvPr/>
        </p:nvSpPr>
        <p:spPr>
          <a:xfrm>
            <a:off x="661475" y="4096445"/>
            <a:ext cx="5203794"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Python detected a name that is close to an existing attribute and offered a suggestion. Read the error message carefully before changing any code.</a:t>
            </a:r>
            <a:endParaRPr lang="en-US" sz="1450" dirty="0"/>
          </a:p>
        </p:txBody>
      </p:sp>
      <p:sp>
        <p:nvSpPr>
          <p:cNvPr id="7" name="Text 5"/>
          <p:cNvSpPr/>
          <p:nvPr/>
        </p:nvSpPr>
        <p:spPr>
          <a:xfrm>
            <a:off x="6332776" y="3612158"/>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How to fix it</a:t>
            </a:r>
            <a:endParaRPr lang="en-US" sz="1850" dirty="0"/>
          </a:p>
        </p:txBody>
      </p:sp>
      <p:sp>
        <p:nvSpPr>
          <p:cNvPr id="8" name="Text 6"/>
          <p:cNvSpPr/>
          <p:nvPr/>
        </p:nvSpPr>
        <p:spPr>
          <a:xfrm>
            <a:off x="6332776" y="4096445"/>
            <a:ext cx="5203794" cy="6175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Replace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gear.checkout</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with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gear.check_out</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to match the method defined on the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Gear</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class.</a:t>
            </a:r>
            <a:endParaRPr lang="en-US" sz="1450" dirty="0"/>
          </a:p>
        </p:txBody>
      </p:sp>
      <p:sp>
        <p:nvSpPr>
          <p:cNvPr id="9"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this pattern is worth it</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368252"/>
            <a:ext cx="6296860" cy="724098"/>
          </a:xfrm>
          <a:prstGeom prst="rect">
            <a:avLst/>
          </a:prstGeom>
        </p:spPr>
      </p:pic>
      <p:sp>
        <p:nvSpPr>
          <p:cNvPr id="5" name="Text 1"/>
          <p:cNvSpPr/>
          <p:nvPr/>
        </p:nvSpPr>
        <p:spPr>
          <a:xfrm>
            <a:off x="977479"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bug lives inside one small object</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281362"/>
            <a:ext cx="6296860" cy="724098"/>
          </a:xfrm>
          <a:prstGeom prst="rect">
            <a:avLst/>
          </a:prstGeom>
        </p:spPr>
      </p:pic>
      <p:sp>
        <p:nvSpPr>
          <p:cNvPr id="7" name="Text 2"/>
          <p:cNvSpPr/>
          <p:nvPr/>
        </p:nvSpPr>
        <p:spPr>
          <a:xfrm>
            <a:off x="977479"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can test one gear alone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194473"/>
            <a:ext cx="6296860" cy="724098"/>
          </a:xfrm>
          <a:prstGeom prst="rect">
            <a:avLst/>
          </a:prstGeom>
        </p:spPr>
      </p:pic>
      <p:sp>
        <p:nvSpPr>
          <p:cNvPr id="9" name="Text 3"/>
          <p:cNvSpPr/>
          <p:nvPr/>
        </p:nvSpPr>
        <p:spPr>
          <a:xfrm>
            <a:off x="977479"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can read one room alone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107583"/>
            <a:ext cx="6296860" cy="724098"/>
          </a:xfrm>
          <a:prstGeom prst="rect">
            <a:avLst/>
          </a:prstGeom>
        </p:spPr>
      </p:pic>
      <p:sp>
        <p:nvSpPr>
          <p:cNvPr id="11" name="Text 4"/>
          <p:cNvSpPr/>
          <p:nvPr/>
        </p:nvSpPr>
        <p:spPr>
          <a:xfrm>
            <a:off x="977479"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one giant function</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661475"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661475" y="2246709"/>
            <a:ext cx="6296860" cy="25400"/>
          </a:xfrm>
          <a:prstGeom prst="rect">
            <a:avLst/>
          </a:prstGeom>
          <a:solidFill>
            <a:srgbClr val="57A1EB"/>
          </a:solidFill>
          <a:ln/>
        </p:spPr>
      </p:sp>
      <p:sp>
        <p:nvSpPr>
          <p:cNvPr id="6" name="Text 3"/>
          <p:cNvSpPr/>
          <p:nvPr/>
        </p:nvSpPr>
        <p:spPr>
          <a:xfrm>
            <a:off x="661475" y="23889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Write GearLocker and build_locker</a:t>
            </a:r>
            <a:endParaRPr lang="en-US" sz="1800" dirty="0"/>
          </a:p>
        </p:txBody>
      </p:sp>
      <p:sp>
        <p:nvSpPr>
          <p:cNvPr id="7" name="Text 4"/>
          <p:cNvSpPr/>
          <p:nvPr/>
        </p:nvSpPr>
        <p:spPr>
          <a:xfrm>
            <a:off x="661475" y="29896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661475" y="3275409"/>
            <a:ext cx="6296860" cy="25400"/>
          </a:xfrm>
          <a:prstGeom prst="rect">
            <a:avLst/>
          </a:prstGeom>
          <a:solidFill>
            <a:srgbClr val="57A1EB"/>
          </a:solidFill>
          <a:ln/>
        </p:spPr>
      </p:sp>
      <p:sp>
        <p:nvSpPr>
          <p:cNvPr id="9" name="Text 6"/>
          <p:cNvSpPr/>
          <p:nvPr/>
        </p:nvSpPr>
        <p:spPr>
          <a:xfrm>
            <a:off x="661475" y="34176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Pass the Part 3 tests</a:t>
            </a:r>
            <a:endParaRPr lang="en-US" sz="1800" dirty="0"/>
          </a:p>
        </p:txBody>
      </p:sp>
      <p:sp>
        <p:nvSpPr>
          <p:cNvPr id="10" name="Text 7"/>
          <p:cNvSpPr/>
          <p:nvPr/>
        </p:nvSpPr>
        <p:spPr>
          <a:xfrm>
            <a:off x="661475" y="40183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661475" y="4304109"/>
            <a:ext cx="6296860" cy="25400"/>
          </a:xfrm>
          <a:prstGeom prst="rect">
            <a:avLst/>
          </a:prstGeom>
          <a:solidFill>
            <a:srgbClr val="57A1EB"/>
          </a:solidFill>
          <a:ln/>
        </p:spPr>
      </p:sp>
      <p:sp>
        <p:nvSpPr>
          <p:cNvPr id="12" name="Text 9"/>
          <p:cNvSpPr/>
          <p:nvPr/>
        </p:nvSpPr>
        <p:spPr>
          <a:xfrm>
            <a:off x="661475" y="44463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Then open the anchor v4/game.py</a:t>
            </a:r>
            <a:endParaRPr lang="en-US" sz="1800" dirty="0"/>
          </a:p>
        </p:txBody>
      </p:sp>
      <p:sp>
        <p:nvSpPr>
          <p:cNvPr id="13" name="Text 10"/>
          <p:cNvSpPr/>
          <p:nvPr/>
        </p:nvSpPr>
        <p:spPr>
          <a:xfrm>
            <a:off x="661475" y="50470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661475" y="5332809"/>
            <a:ext cx="6296860" cy="25400"/>
          </a:xfrm>
          <a:prstGeom prst="rect">
            <a:avLst/>
          </a:prstGeom>
          <a:solidFill>
            <a:srgbClr val="57A1EB"/>
          </a:solidFill>
          <a:ln/>
        </p:spPr>
      </p:sp>
      <p:sp>
        <p:nvSpPr>
          <p:cNvPr id="15" name="Text 12"/>
          <p:cNvSpPr/>
          <p:nvPr/>
        </p:nvSpPr>
        <p:spPr>
          <a:xfrm>
            <a:off x="661475" y="54750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Match a Gear method to a Room or Player method</a:t>
            </a:r>
            <a:endParaRPr lang="en-US" sz="18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2026-09-14T20:05:53Z</dcterms:created>
  <dcterms:modified xsi:type="dcterms:W3CDTF">2026-09-14T20:05:53Z</dcterms:modified>
</cp:coreProperties>
</file>