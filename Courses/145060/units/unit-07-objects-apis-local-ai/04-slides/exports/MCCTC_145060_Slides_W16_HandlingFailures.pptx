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you got data on the happy path. Today you plan for the days it does not go right, because most days something does. The stop id is wrong. The server is slow. You are asking too fast. Each one means something different, and a good program says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404 means the thing does not exist, and retrying will never help. A timeout means the server is there but too slow right now, and later might work. A 429 means slow down, wait the requested time. Three failures, three different things for the user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one rule you must get right. HTTPError is a kind of URLError, and Python runs the first except clause that matches. So HTTPError has to come first. If URLError came first, it would catch a 404 too, and report it as cannot connect, which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HTTPError first, and inside it the status code tells 404 from 429 from 500. Each returns its own message that says what to do. The caller gets either the data or a sentence a person can act on. Nothing is hidden, nothing is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timeout can arrive inside a URLError or on its own, so we check both. A refused connection is a URLError whose reason is not a timeout. Two different situations, two different messages. The server being slow and the server being gone are not the same, and the user should not be told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tempting shortcut. Catch everything, print Error, no more red text. Predict what a user does after seeing the word Error. They cannot tell if the id is wrong, the server is slow, or they are asking too fast. Watch why this is worse than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crash, and there is no information. A 404, a timeout, and a 429 all print Error. The person cannot tell which happened, and each has a different fix. This is both a Requirements Fit failure and a Security failure, because swallowing errors hides real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429 usually includes a header called Retry-After with the exact seconds to wait. Read it instead of guessing. Then you decide, wait that long and retry once if it is short, or tell the user to come back if it is long. That decision is a real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Catch-all print Error is tempting because it silences the crash in one line, and not crashing feels safe. But not crashing is a low bar. The job of error handling is to turn a failure into an honest message a person can act on, not to hide it. Name each failure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writes fetch so a 404, a feed error, a bad web page, and a timeout each get their own message. Build two adds the empty-readings case, where no readings does not mean calm weather, and the unreachable-server case. Pass every Part 2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the Request Goes Wrong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request will fail, plan for it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Yesterday you handled the happy path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Most days are not the happy path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stop id is wrong, the server is slow</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are asking too fast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6206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failures, three meanings</a:t>
            </a:r>
            <a:endParaRPr lang="en-US" sz="3700" dirty="0"/>
          </a:p>
        </p:txBody>
      </p:sp>
      <p:sp>
        <p:nvSpPr>
          <p:cNvPr id="3" name="Shape 1"/>
          <p:cNvSpPr/>
          <p:nvPr/>
        </p:nvSpPr>
        <p:spPr>
          <a:xfrm>
            <a:off x="661475" y="3030736"/>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404</a:t>
            </a:r>
            <a:endParaRPr lang="en-US" sz="1850" dirty="0"/>
          </a:p>
        </p:txBody>
      </p:sp>
      <p:sp>
        <p:nvSpPr>
          <p:cNvPr id="5" name="Text 3"/>
          <p:cNvSpPr/>
          <p:nvPr/>
        </p:nvSpPr>
        <p:spPr>
          <a:xfrm>
            <a:off x="869531"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thing does not exist</a:t>
            </a:r>
            <a:endParaRPr lang="en-US" sz="1450" dirty="0"/>
          </a:p>
        </p:txBody>
      </p:sp>
      <p:sp>
        <p:nvSpPr>
          <p:cNvPr id="6" name="Shape 4"/>
          <p:cNvSpPr/>
          <p:nvPr/>
        </p:nvSpPr>
        <p:spPr>
          <a:xfrm>
            <a:off x="4347359" y="3030736"/>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Timeout</a:t>
            </a:r>
            <a:endParaRPr lang="en-US" sz="1850" dirty="0"/>
          </a:p>
        </p:txBody>
      </p:sp>
      <p:sp>
        <p:nvSpPr>
          <p:cNvPr id="8" name="Text 6"/>
          <p:cNvSpPr/>
          <p:nvPr/>
        </p:nvSpPr>
        <p:spPr>
          <a:xfrm>
            <a:off x="4555416"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server is too slow now</a:t>
            </a:r>
            <a:endParaRPr lang="en-US" sz="1450" dirty="0"/>
          </a:p>
        </p:txBody>
      </p:sp>
      <p:sp>
        <p:nvSpPr>
          <p:cNvPr id="9" name="Shape 7"/>
          <p:cNvSpPr/>
          <p:nvPr/>
        </p:nvSpPr>
        <p:spPr>
          <a:xfrm>
            <a:off x="8033244" y="3030736"/>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323879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429</a:t>
            </a:r>
            <a:endParaRPr lang="en-US" sz="1850" dirty="0"/>
          </a:p>
        </p:txBody>
      </p:sp>
      <p:sp>
        <p:nvSpPr>
          <p:cNvPr id="11" name="Text 9"/>
          <p:cNvSpPr/>
          <p:nvPr/>
        </p:nvSpPr>
        <p:spPr>
          <a:xfrm>
            <a:off x="8241300" y="364748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are asking too fast</a:t>
            </a:r>
            <a:endParaRPr lang="en-US" sz="1450" dirty="0"/>
          </a:p>
        </p:txBody>
      </p:sp>
      <p:sp>
        <p:nvSpPr>
          <p:cNvPr id="12" name="Text 10"/>
          <p:cNvSpPr/>
          <p:nvPr/>
        </p:nvSpPr>
        <p:spPr>
          <a:xfrm>
            <a:off x="661475" y="4370586"/>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Each needs a different message</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ordering rule</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HTTPError is a kind of URLError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runs the first match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catch HTTPError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Reversed, a 404 looks like no connection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Each failure, its own branch</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with opener.open(url, timeout=t) as response: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json.loads(response.read().decode("utf-8")),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except urllib.error.HTTPError as 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error.close()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error.code == 404:</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"NOT FOUND. Check the id. Retrying will not help."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error.code == 429:</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"RATE LIMITED. Wait, then try again."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f"SERVER ERROR. HTTP {error.code}. Try later."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Timeout and no connection</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except urllib.error.URLError as 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isinstance(error.reason, TimeoutError):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"TIMED OUT. Try again in a minute."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f"CANNOT CONNECT. Is the server running? ({error.reason})"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except TimeoutError: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 "TIMED OUT. Try again in a minute."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one message for all</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data = fetch(url, 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except Exception: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print("Error")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word helps no one</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traceback, no crash, no information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404, timeout, 429 all say 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Each has a different fix</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All three are hidden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Retry-After tells you the wait</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3152577"/>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429 usually carries a header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Retry-After says how many seconds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it, do not guess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wait, or tell the user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05749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shortcut is tempting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026172"/>
            <a:ext cx="5339820" cy="731242"/>
          </a:xfrm>
          <a:prstGeom prst="rect">
            <a:avLst/>
          </a:prstGeom>
        </p:spPr>
      </p:pic>
      <p:sp>
        <p:nvSpPr>
          <p:cNvPr id="4" name="Text 1"/>
          <p:cNvSpPr/>
          <p:nvPr/>
        </p:nvSpPr>
        <p:spPr>
          <a:xfrm>
            <a:off x="977479" y="3240584"/>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makes the red text go away</a:t>
            </a:r>
            <a:endParaRPr lang="en-US" sz="14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3026172"/>
            <a:ext cx="5339919" cy="731242"/>
          </a:xfrm>
          <a:prstGeom prst="rect">
            <a:avLst/>
          </a:prstGeom>
        </p:spPr>
      </p:pic>
      <p:sp>
        <p:nvSpPr>
          <p:cNvPr id="6" name="Text 2"/>
          <p:cNvSpPr/>
          <p:nvPr/>
        </p:nvSpPr>
        <p:spPr>
          <a:xfrm>
            <a:off x="6506305" y="3240584"/>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one line</a:t>
            </a:r>
            <a:endParaRPr lang="en-US" sz="14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731242"/>
          </a:xfrm>
          <a:prstGeom prst="rect">
            <a:avLst/>
          </a:prstGeom>
        </p:spPr>
      </p:pic>
      <p:sp>
        <p:nvSpPr>
          <p:cNvPr id="8" name="Text 3"/>
          <p:cNvSpPr/>
          <p:nvPr/>
        </p:nvSpPr>
        <p:spPr>
          <a:xfrm>
            <a:off x="977479" y="4160838"/>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crashing feels safe</a:t>
            </a:r>
            <a:endParaRPr lang="en-US" sz="14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731242"/>
          </a:xfrm>
          <a:prstGeom prst="rect">
            <a:avLst/>
          </a:prstGeom>
        </p:spPr>
      </p:pic>
      <p:sp>
        <p:nvSpPr>
          <p:cNvPr id="10" name="Text 4"/>
          <p:cNvSpPr/>
          <p:nvPr/>
        </p:nvSpPr>
        <p:spPr>
          <a:xfrm>
            <a:off x="6506305" y="4160838"/>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But it silences the reason</a:t>
            </a:r>
            <a:endParaRPr lang="en-US" sz="14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fetch with a branch per failure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404, timeout, feed error, bad page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the empty-readings case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Pass the Part 2 tests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2026-09-14T20:08:53Z</dcterms:created>
  <dcterms:modified xsi:type="dcterms:W3CDTF">2026-09-14T20:08:53Z</dcterms:modified>
</cp:coreProperties>
</file>